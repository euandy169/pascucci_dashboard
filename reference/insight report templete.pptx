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5"/>
  </p:notesMasterIdLst>
  <p:sldIdLst>
    <p:sldId id="257" r:id="rId2"/>
    <p:sldId id="258" r:id="rId3"/>
    <p:sldId id="259" r:id="rId4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3180DE6F-EC0F-F54E-9C44-DBA2B7673A18}">
          <p14:sldIdLst>
            <p14:sldId id="257"/>
          </p14:sldIdLst>
        </p14:section>
        <p14:section name="본문" id="{4CD394A7-B56D-6A44-8BB9-1C22D776C0D6}">
          <p14:sldIdLst>
            <p14:sldId id="258"/>
          </p14:sldIdLst>
        </p14:section>
        <p14:section name="마지막장" id="{7E156548-D10B-7744-8F60-DD90216C7A6B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89"/>
    <p:restoredTop sz="94650"/>
  </p:normalViewPr>
  <p:slideViewPr>
    <p:cSldViewPr snapToGrid="0" showGuides="1">
      <p:cViewPr>
        <p:scale>
          <a:sx n="210" d="100"/>
          <a:sy n="210" d="100"/>
        </p:scale>
        <p:origin x="2968" y="110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AFDDF-E2D7-534E-8136-BCA7677ED708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A8B58-7BF9-A84C-9948-03C9ECE9C9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2203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DD28E-F671-7E84-8667-4E77EAA86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6E2FFF-918C-03D5-F38E-DB5D3D155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4E0935-FD96-F343-C68A-0E61517AC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EB5302-1D3F-85D4-E0E1-B6B53058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7954FA-5DD0-0F0E-6F5B-9CFA461D3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10583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B54C6-0351-A7A5-AD41-3AC17B10F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A34C58-3794-313C-192E-B110D549B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30DF96-CBD9-74AE-654D-9E37CD579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42A25-1847-60D7-B0FD-3C2ED9330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852A63-74FD-0580-2FAD-EE25BBC1D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652545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FEB3C-AD7D-BB15-5FA7-469B93751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CC514D-B629-6B9D-CE76-41C5D343B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82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F86A52-BE39-20E3-46A1-2FDCBFD8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9E038D-83E9-E7E1-375C-E84F51CE4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7F2E09-CEE3-5CE3-11A9-9999808C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80270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B826B-4563-AB3C-493E-6E5490A1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3C6B97-2459-C134-4152-AA69AF075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250569-8C36-F0C8-AE2B-DB86E1C44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2912A9-DA8A-C897-5400-B08173B7A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5CBB4B-F53E-A17F-C40E-160B2482E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F500E0-CF44-B669-2361-AE72D2C6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56408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64D73-818B-C75D-0622-CF8DDEB09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718F41-83EB-0AFF-89FE-158223C53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40CA5E-9946-4E87-5672-37F12FA5D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9FF264-8611-5B4C-5916-97B16DFD3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FA81EA5-939D-64B3-6A3B-B843682F0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332A82D-353E-308F-DD33-154F2B46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41FDE6-C2CA-AE66-40FF-432FC2777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5636624-BAC4-A841-0548-3C253903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002617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DC0BA-34BC-1E10-F36B-2E452951E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CB64D8-A4F2-97AE-EED6-1C68A71B2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8AB7A-9159-4D8C-ACC4-02F8452D9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AADF04-06E3-9CF0-FF6B-D01ED9780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465589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94D277-1251-EA44-29BB-FF88B68E2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627703-1187-7FED-ABA3-23064715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EECEE8-5380-C642-09AE-74A967748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101757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80ADA0-23CA-70D0-34BB-6243F76A2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373CD1-A30B-3E59-E67C-6EBBA409C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97F22B-44A0-EA9A-DA73-A2463406D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4E3BCB-F6EE-E4FE-6479-7215B2494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103AC6-4CF3-E131-3616-0050962F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4559A0-FE08-6084-C7C1-151084E5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647393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06FF0-9CAC-DC97-59F5-FDDD6CE9F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FADB69-E950-B43A-FABE-37FCF3E29A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DE2C95-6B63-DE85-2127-1E800E069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A7F52B-8F8B-BCA6-D417-48A17B388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BB33BC-7C2D-B0B2-A5C0-5926CFCA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64B542-C12B-F34A-FA47-03658F9F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13147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D9733-E8E1-6CEC-88D2-DEE34911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AB0474-61B9-2ABB-539E-309E7BED8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E871EC-8E30-69CF-2CFA-708604B47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79A23E-01A9-855F-F6FB-05E11DE4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E97AB3-80BD-F74B-C3F2-E411588F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75075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43E19E-E938-DA67-A699-103EEF412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2D5DF-876B-37BC-4DE5-2D05B00B5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FB28F8-CB19-2CAC-C572-8D00A81C0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178BF1-51EA-7FD1-C897-7189A487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D87CBE-BDE1-4298-10CC-B4A962CC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72574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461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09EE68-984B-EDBE-5692-51523545E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939972-D5C0-E768-3163-E6B18F097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21E36-E3E2-1540-F211-0ED9E6F26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4CE3B1-9F43-7509-B7AB-B296758F8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3F7665-4B83-EF47-14C5-2BC97EA65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9452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642938"/>
            <a:ext cx="9905752" cy="5572125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57199" y="1060847"/>
            <a:ext cx="4333767" cy="15478"/>
          </a:xfrm>
          <a:prstGeom prst="rect">
            <a:avLst/>
          </a:prstGeom>
          <a:solidFill>
            <a:srgbClr val="D7DE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7198" y="1215628"/>
            <a:ext cx="4395801" cy="564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5B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PAS CONSUMER INTELLIGENCE DASHBOARD</a:t>
            </a:r>
            <a:endParaRPr lang="en-US" sz="12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7199" y="1566942"/>
            <a:ext cx="4411155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ko-KR" sz="4400" b="1" dirty="0">
                <a:solidFill>
                  <a:srgbClr val="0F172A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INSIGHT</a:t>
            </a:r>
          </a:p>
          <a:p>
            <a:pPr marL="0" indent="0" algn="l">
              <a:buNone/>
            </a:pPr>
            <a:r>
              <a:rPr lang="en-US" sz="4400" b="1" dirty="0">
                <a:solidFill>
                  <a:srgbClr val="0F172A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REPORT</a:t>
            </a:r>
            <a:endParaRPr lang="en-US" sz="4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57199" y="3800475"/>
            <a:ext cx="433376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706" dirty="0">
                <a:solidFill>
                  <a:srgbClr val="33415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분석 주제를 입력하세요</a:t>
            </a:r>
            <a:endParaRPr lang="en-US" sz="1706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7199" y="4883944"/>
            <a:ext cx="2035322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4" dirty="0">
                <a:solidFill>
                  <a:srgbClr val="47556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REPORTING PERIOD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buNone/>
            </a:pPr>
            <a:r>
              <a:rPr lang="en-US" sz="934" dirty="0">
                <a:solidFill>
                  <a:srgbClr val="47556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YYYY.MM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55643" y="4883944"/>
            <a:ext cx="2035322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4" dirty="0">
                <a:solidFill>
                  <a:srgbClr val="47556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PREPARED BY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buNone/>
            </a:pPr>
            <a:r>
              <a:rPr lang="en-US" sz="934" dirty="0">
                <a:solidFill>
                  <a:srgbClr val="47556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Team / Owner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7199" y="5325071"/>
            <a:ext cx="2035322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4" dirty="0">
                <a:solidFill>
                  <a:srgbClr val="47556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VERSION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buNone/>
            </a:pPr>
            <a:r>
              <a:rPr lang="en-US" sz="934" dirty="0">
                <a:solidFill>
                  <a:srgbClr val="47556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1.0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55643" y="5325071"/>
            <a:ext cx="2035322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4" dirty="0">
                <a:solidFill>
                  <a:srgbClr val="47556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STATUS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buNone/>
            </a:pPr>
            <a:r>
              <a:rPr lang="en-US" sz="934" dirty="0">
                <a:solidFill>
                  <a:srgbClr val="47556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Draft / Final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1" name="Shape 1">
            <a:extLst>
              <a:ext uri="{FF2B5EF4-FFF2-40B4-BE49-F238E27FC236}">
                <a16:creationId xmlns:a16="http://schemas.microsoft.com/office/drawing/2014/main" id="{0684ABF2-5B0A-8AB6-EB14-6408B6CA9047}"/>
              </a:ext>
            </a:extLst>
          </p:cNvPr>
          <p:cNvSpPr/>
          <p:nvPr/>
        </p:nvSpPr>
        <p:spPr>
          <a:xfrm>
            <a:off x="557199" y="3222386"/>
            <a:ext cx="4333767" cy="15478"/>
          </a:xfrm>
          <a:prstGeom prst="rect">
            <a:avLst/>
          </a:prstGeom>
          <a:solidFill>
            <a:srgbClr val="D7DE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63" name="그림 62" descr="what-is-data-analytics-introduction-to-data-analysis-edureka-data-analytics-png-2048_1745  | 실버버튼">
            <a:extLst>
              <a:ext uri="{FF2B5EF4-FFF2-40B4-BE49-F238E27FC236}">
                <a16:creationId xmlns:a16="http://schemas.microsoft.com/office/drawing/2014/main" id="{A2A68B05-893E-C42E-5434-092D1E820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601" y="1076325"/>
            <a:ext cx="3251200" cy="2768600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B9731DF4-D7B0-AFC5-1398-8160A90E78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20" t="35789" r="18080" b="34491"/>
          <a:stretch>
            <a:fillRect/>
          </a:stretch>
        </p:blipFill>
        <p:spPr>
          <a:xfrm>
            <a:off x="8331873" y="133519"/>
            <a:ext cx="1399524" cy="324954"/>
          </a:xfrm>
          <a:prstGeom prst="rect">
            <a:avLst/>
          </a:prstGeom>
        </p:spPr>
      </p:pic>
      <p:sp>
        <p:nvSpPr>
          <p:cNvPr id="65" name="Text 8">
            <a:extLst>
              <a:ext uri="{FF2B5EF4-FFF2-40B4-BE49-F238E27FC236}">
                <a16:creationId xmlns:a16="http://schemas.microsoft.com/office/drawing/2014/main" id="{8DA89598-F338-0714-06EE-46EAF415A277}"/>
              </a:ext>
            </a:extLst>
          </p:cNvPr>
          <p:cNvSpPr/>
          <p:nvPr/>
        </p:nvSpPr>
        <p:spPr>
          <a:xfrm>
            <a:off x="6822780" y="6694712"/>
            <a:ext cx="3019286" cy="149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Copyright 2026 PAS DIVISION Paris Croissant Co. Ltd.,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107604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331873" y="133519"/>
            <a:ext cx="1399524" cy="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98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A9177CA-848A-D0D9-3B3B-F935A915E6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4241127" y="6189149"/>
            <a:ext cx="1399524" cy="324954"/>
          </a:xfrm>
          <a:prstGeom prst="rect">
            <a:avLst/>
          </a:prstGeom>
        </p:spPr>
      </p:pic>
      <p:sp>
        <p:nvSpPr>
          <p:cNvPr id="3" name="Text 7">
            <a:extLst>
              <a:ext uri="{FF2B5EF4-FFF2-40B4-BE49-F238E27FC236}">
                <a16:creationId xmlns:a16="http://schemas.microsoft.com/office/drawing/2014/main" id="{3CA7C1C2-814A-B500-9112-86980F1093F9}"/>
              </a:ext>
            </a:extLst>
          </p:cNvPr>
          <p:cNvSpPr/>
          <p:nvPr/>
        </p:nvSpPr>
        <p:spPr>
          <a:xfrm>
            <a:off x="2791724" y="3028273"/>
            <a:ext cx="433376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415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End of Document</a:t>
            </a:r>
            <a:endParaRPr lang="en-US" sz="36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7DB9F93-7F26-32E1-1E4E-B45AD6D1E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643145"/>
              </p:ext>
            </p:extLst>
          </p:nvPr>
        </p:nvGraphicFramePr>
        <p:xfrm>
          <a:off x="2085949" y="5335923"/>
          <a:ext cx="5731868" cy="487680"/>
        </p:xfrm>
        <a:graphic>
          <a:graphicData uri="http://schemas.openxmlformats.org/drawingml/2006/table">
            <a:tbl>
              <a:tblPr/>
              <a:tblGrid>
                <a:gridCol w="5731868">
                  <a:extLst>
                    <a:ext uri="{9D8B030D-6E8A-4147-A177-3AD203B41FA5}">
                      <a16:colId xmlns:a16="http://schemas.microsoft.com/office/drawing/2014/main" val="1702705489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본 </a:t>
                      </a:r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보고서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에는 회사의 비밀 정보가 포함되어 있을 수 있으며, 회사의 동의 없이 내용의 사용, 복사, 배포가 금지됩니다. </a:t>
                      </a:r>
                      <a:br>
                        <a:rPr lang="en-US" alt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</a:b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만약 </a:t>
                      </a:r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리포트 열람 권한이 없을 경우 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즉시 삭제하여 주시기 바랍니다.</a:t>
                      </a:r>
                      <a:b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</a:b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This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report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may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contain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confidential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information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of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the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company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, and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any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use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,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copying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,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or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distribution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of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its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contents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without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the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company’s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consent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is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prohibited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.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If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you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are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not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the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intended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re</a:t>
                      </a:r>
                      <a:r>
                        <a:rPr lang="en-US" alt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ader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,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please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delete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this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email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immediately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090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497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6EF3050-7D9D-6640-BCEC-0C4E81D23E34}">
  <we:reference id="wa200010215" version="2.0.0.0" store="ko-KR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119</Words>
  <Application>Microsoft Macintosh PowerPoint</Application>
  <PresentationFormat>A4 용지(210x297mm)</PresentationFormat>
  <Paragraphs>16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안드레아 유</dc:creator>
  <cp:lastModifiedBy>안드레아 유</cp:lastModifiedBy>
  <cp:revision>2</cp:revision>
  <dcterms:created xsi:type="dcterms:W3CDTF">2026-06-20T10:02:58Z</dcterms:created>
  <dcterms:modified xsi:type="dcterms:W3CDTF">2026-06-20T10:27:05Z</dcterms:modified>
</cp:coreProperties>
</file>